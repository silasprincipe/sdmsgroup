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69" r:id="rId3"/>
    <p:sldId id="259" r:id="rId4"/>
    <p:sldId id="260" r:id="rId5"/>
    <p:sldId id="261" r:id="rId6"/>
    <p:sldId id="262" r:id="rId7"/>
    <p:sldId id="263" r:id="rId8"/>
    <p:sldId id="266" r:id="rId9"/>
    <p:sldId id="264" r:id="rId10"/>
    <p:sldId id="265" r:id="rId11"/>
    <p:sldId id="267" r:id="rId12"/>
    <p:sldId id="268" r:id="rId13"/>
  </p:sldIdLst>
  <p:sldSz cx="12192000" cy="6858000"/>
  <p:notesSz cx="6858000" cy="9144000"/>
  <p:defaultText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749"/>
    <p:restoredTop sz="94695"/>
  </p:normalViewPr>
  <p:slideViewPr>
    <p:cSldViewPr snapToGrid="0">
      <p:cViewPr>
        <p:scale>
          <a:sx n="102" d="100"/>
          <a:sy n="102" d="100"/>
        </p:scale>
        <p:origin x="5336" y="25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B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4FFB292-C732-354F-BCD7-DAA4DA8DD94B}" type="datetimeFigureOut">
              <a:rPr lang="en-BE" smtClean="0"/>
              <a:t>25/11/2025</a:t>
            </a:fld>
            <a:endParaRPr lang="en-B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B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B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6F5FF55-1107-3849-8BA0-26970B067FC3}" type="slidenum">
              <a:rPr lang="en-BE" smtClean="0"/>
              <a:t>‹#›</a:t>
            </a:fld>
            <a:endParaRPr lang="en-BE"/>
          </a:p>
        </p:txBody>
      </p:sp>
    </p:spTree>
    <p:extLst>
      <p:ext uri="{BB962C8B-B14F-4D97-AF65-F5344CB8AC3E}">
        <p14:creationId xmlns:p14="http://schemas.microsoft.com/office/powerpoint/2010/main" val="29172322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dirty="0"/>
          </a:p>
        </p:txBody>
      </p:sp>
      <p:sp>
        <p:nvSpPr>
          <p:cNvPr id="4" name="Slide Number Placeholder 3"/>
          <p:cNvSpPr>
            <a:spLocks noGrp="1"/>
          </p:cNvSpPr>
          <p:nvPr>
            <p:ph type="sldNum" sz="quarter" idx="5"/>
          </p:nvPr>
        </p:nvSpPr>
        <p:spPr/>
        <p:txBody>
          <a:bodyPr/>
          <a:lstStyle/>
          <a:p>
            <a:fld id="{36F5FF55-1107-3849-8BA0-26970B067FC3}" type="slidenum">
              <a:rPr lang="en-BE" smtClean="0"/>
              <a:t>2</a:t>
            </a:fld>
            <a:endParaRPr lang="en-BE"/>
          </a:p>
        </p:txBody>
      </p:sp>
    </p:spTree>
    <p:extLst>
      <p:ext uri="{BB962C8B-B14F-4D97-AF65-F5344CB8AC3E}">
        <p14:creationId xmlns:p14="http://schemas.microsoft.com/office/powerpoint/2010/main" val="4400263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A611F-5C0C-FCC9-923C-161670B68E96}"/>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BE"/>
          </a:p>
        </p:txBody>
      </p:sp>
      <p:sp>
        <p:nvSpPr>
          <p:cNvPr id="3" name="Subtitle 2">
            <a:extLst>
              <a:ext uri="{FF2B5EF4-FFF2-40B4-BE49-F238E27FC236}">
                <a16:creationId xmlns:a16="http://schemas.microsoft.com/office/drawing/2014/main" id="{DA1B5006-E626-936B-D4F3-B2884CBB267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BE"/>
          </a:p>
        </p:txBody>
      </p:sp>
      <p:sp>
        <p:nvSpPr>
          <p:cNvPr id="4" name="Date Placeholder 3">
            <a:extLst>
              <a:ext uri="{FF2B5EF4-FFF2-40B4-BE49-F238E27FC236}">
                <a16:creationId xmlns:a16="http://schemas.microsoft.com/office/drawing/2014/main" id="{ECA740F1-770A-AEF5-8E8A-2E6E8CC725A9}"/>
              </a:ext>
            </a:extLst>
          </p:cNvPr>
          <p:cNvSpPr>
            <a:spLocks noGrp="1"/>
          </p:cNvSpPr>
          <p:nvPr>
            <p:ph type="dt" sz="half" idx="10"/>
          </p:nvPr>
        </p:nvSpPr>
        <p:spPr/>
        <p:txBody>
          <a:bodyPr/>
          <a:lstStyle/>
          <a:p>
            <a:fld id="{2AE3240E-10FD-B145-BB14-08357FFDCACC}" type="datetimeFigureOut">
              <a:rPr lang="en-BE" smtClean="0"/>
              <a:t>25/11/2025</a:t>
            </a:fld>
            <a:endParaRPr lang="en-BE"/>
          </a:p>
        </p:txBody>
      </p:sp>
      <p:sp>
        <p:nvSpPr>
          <p:cNvPr id="5" name="Footer Placeholder 4">
            <a:extLst>
              <a:ext uri="{FF2B5EF4-FFF2-40B4-BE49-F238E27FC236}">
                <a16:creationId xmlns:a16="http://schemas.microsoft.com/office/drawing/2014/main" id="{3A8ED142-8BF3-DC67-379C-B836AB5F8A8D}"/>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2A0E5104-095F-D88B-44CF-29D0CD64A87F}"/>
              </a:ext>
            </a:extLst>
          </p:cNvPr>
          <p:cNvSpPr>
            <a:spLocks noGrp="1"/>
          </p:cNvSpPr>
          <p:nvPr>
            <p:ph type="sldNum" sz="quarter" idx="12"/>
          </p:nvPr>
        </p:nvSpPr>
        <p:spPr/>
        <p:txBody>
          <a:bodyPr/>
          <a:lstStyle/>
          <a:p>
            <a:fld id="{05EF167A-396B-CE4C-92C3-A9D33EEB904D}" type="slidenum">
              <a:rPr lang="en-BE" smtClean="0"/>
              <a:t>‹#›</a:t>
            </a:fld>
            <a:endParaRPr lang="en-BE"/>
          </a:p>
        </p:txBody>
      </p:sp>
    </p:spTree>
    <p:extLst>
      <p:ext uri="{BB962C8B-B14F-4D97-AF65-F5344CB8AC3E}">
        <p14:creationId xmlns:p14="http://schemas.microsoft.com/office/powerpoint/2010/main" val="1280864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214C68-A7EE-7381-333D-34212D2044DB}"/>
              </a:ext>
            </a:extLst>
          </p:cNvPr>
          <p:cNvSpPr>
            <a:spLocks noGrp="1"/>
          </p:cNvSpPr>
          <p:nvPr>
            <p:ph type="title"/>
          </p:nvPr>
        </p:nvSpPr>
        <p:spPr/>
        <p:txBody>
          <a:bodyPr/>
          <a:lstStyle/>
          <a:p>
            <a:r>
              <a:rPr lang="en-GB"/>
              <a:t>Click to edit Master title style</a:t>
            </a:r>
            <a:endParaRPr lang="en-BE"/>
          </a:p>
        </p:txBody>
      </p:sp>
      <p:sp>
        <p:nvSpPr>
          <p:cNvPr id="3" name="Content Placeholder 2">
            <a:extLst>
              <a:ext uri="{FF2B5EF4-FFF2-40B4-BE49-F238E27FC236}">
                <a16:creationId xmlns:a16="http://schemas.microsoft.com/office/drawing/2014/main" id="{0CAC64B8-69D0-3AB4-5494-506E124B21B4}"/>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Date Placeholder 3">
            <a:extLst>
              <a:ext uri="{FF2B5EF4-FFF2-40B4-BE49-F238E27FC236}">
                <a16:creationId xmlns:a16="http://schemas.microsoft.com/office/drawing/2014/main" id="{0EB8C4A7-1F18-5468-8568-5C6257280E40}"/>
              </a:ext>
            </a:extLst>
          </p:cNvPr>
          <p:cNvSpPr>
            <a:spLocks noGrp="1"/>
          </p:cNvSpPr>
          <p:nvPr>
            <p:ph type="dt" sz="half" idx="10"/>
          </p:nvPr>
        </p:nvSpPr>
        <p:spPr/>
        <p:txBody>
          <a:bodyPr/>
          <a:lstStyle/>
          <a:p>
            <a:fld id="{2AE3240E-10FD-B145-BB14-08357FFDCACC}" type="datetimeFigureOut">
              <a:rPr lang="en-BE" smtClean="0"/>
              <a:t>25/11/2025</a:t>
            </a:fld>
            <a:endParaRPr lang="en-BE"/>
          </a:p>
        </p:txBody>
      </p:sp>
      <p:sp>
        <p:nvSpPr>
          <p:cNvPr id="5" name="Footer Placeholder 4">
            <a:extLst>
              <a:ext uri="{FF2B5EF4-FFF2-40B4-BE49-F238E27FC236}">
                <a16:creationId xmlns:a16="http://schemas.microsoft.com/office/drawing/2014/main" id="{F81E0639-9CDE-ECB1-A805-50BB732121BE}"/>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0128DE03-A2A4-95CD-42DF-85F0CB64197F}"/>
              </a:ext>
            </a:extLst>
          </p:cNvPr>
          <p:cNvSpPr>
            <a:spLocks noGrp="1"/>
          </p:cNvSpPr>
          <p:nvPr>
            <p:ph type="sldNum" sz="quarter" idx="12"/>
          </p:nvPr>
        </p:nvSpPr>
        <p:spPr/>
        <p:txBody>
          <a:bodyPr/>
          <a:lstStyle/>
          <a:p>
            <a:fld id="{05EF167A-396B-CE4C-92C3-A9D33EEB904D}" type="slidenum">
              <a:rPr lang="en-BE" smtClean="0"/>
              <a:t>‹#›</a:t>
            </a:fld>
            <a:endParaRPr lang="en-BE"/>
          </a:p>
        </p:txBody>
      </p:sp>
    </p:spTree>
    <p:extLst>
      <p:ext uri="{BB962C8B-B14F-4D97-AF65-F5344CB8AC3E}">
        <p14:creationId xmlns:p14="http://schemas.microsoft.com/office/powerpoint/2010/main" val="32535788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510EA-2A47-EEEB-7EE0-364C22D78C17}"/>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BE"/>
          </a:p>
        </p:txBody>
      </p:sp>
      <p:sp>
        <p:nvSpPr>
          <p:cNvPr id="3" name="Text Placeholder 2">
            <a:extLst>
              <a:ext uri="{FF2B5EF4-FFF2-40B4-BE49-F238E27FC236}">
                <a16:creationId xmlns:a16="http://schemas.microsoft.com/office/drawing/2014/main" id="{A92CE7F8-B19A-94C3-F946-3F85778C03B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6FF3719-43E8-AD26-C65F-768FC525A289}"/>
              </a:ext>
            </a:extLst>
          </p:cNvPr>
          <p:cNvSpPr>
            <a:spLocks noGrp="1"/>
          </p:cNvSpPr>
          <p:nvPr>
            <p:ph type="dt" sz="half" idx="10"/>
          </p:nvPr>
        </p:nvSpPr>
        <p:spPr/>
        <p:txBody>
          <a:bodyPr/>
          <a:lstStyle/>
          <a:p>
            <a:fld id="{2AE3240E-10FD-B145-BB14-08357FFDCACC}" type="datetimeFigureOut">
              <a:rPr lang="en-BE" smtClean="0"/>
              <a:t>25/11/2025</a:t>
            </a:fld>
            <a:endParaRPr lang="en-BE"/>
          </a:p>
        </p:txBody>
      </p:sp>
      <p:sp>
        <p:nvSpPr>
          <p:cNvPr id="5" name="Footer Placeholder 4">
            <a:extLst>
              <a:ext uri="{FF2B5EF4-FFF2-40B4-BE49-F238E27FC236}">
                <a16:creationId xmlns:a16="http://schemas.microsoft.com/office/drawing/2014/main" id="{9B15FD91-E051-57AE-A7F6-F748E543EE91}"/>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03A3E691-D8A5-0B15-16C0-9F66E7BFEBC6}"/>
              </a:ext>
            </a:extLst>
          </p:cNvPr>
          <p:cNvSpPr>
            <a:spLocks noGrp="1"/>
          </p:cNvSpPr>
          <p:nvPr>
            <p:ph type="sldNum" sz="quarter" idx="12"/>
          </p:nvPr>
        </p:nvSpPr>
        <p:spPr/>
        <p:txBody>
          <a:bodyPr/>
          <a:lstStyle/>
          <a:p>
            <a:fld id="{05EF167A-396B-CE4C-92C3-A9D33EEB904D}" type="slidenum">
              <a:rPr lang="en-BE" smtClean="0"/>
              <a:t>‹#›</a:t>
            </a:fld>
            <a:endParaRPr lang="en-BE"/>
          </a:p>
        </p:txBody>
      </p:sp>
    </p:spTree>
    <p:extLst>
      <p:ext uri="{BB962C8B-B14F-4D97-AF65-F5344CB8AC3E}">
        <p14:creationId xmlns:p14="http://schemas.microsoft.com/office/powerpoint/2010/main" val="40360235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671534-39C9-C5FA-9D23-C67E603D7BC8}"/>
              </a:ext>
            </a:extLst>
          </p:cNvPr>
          <p:cNvSpPr>
            <a:spLocks noGrp="1"/>
          </p:cNvSpPr>
          <p:nvPr>
            <p:ph type="title"/>
          </p:nvPr>
        </p:nvSpPr>
        <p:spPr/>
        <p:txBody>
          <a:bodyPr/>
          <a:lstStyle/>
          <a:p>
            <a:r>
              <a:rPr lang="en-GB"/>
              <a:t>Click to edit Master title style</a:t>
            </a:r>
            <a:endParaRPr lang="en-BE"/>
          </a:p>
        </p:txBody>
      </p:sp>
      <p:sp>
        <p:nvSpPr>
          <p:cNvPr id="3" name="Content Placeholder 2">
            <a:extLst>
              <a:ext uri="{FF2B5EF4-FFF2-40B4-BE49-F238E27FC236}">
                <a16:creationId xmlns:a16="http://schemas.microsoft.com/office/drawing/2014/main" id="{1F0980F4-1E16-D944-45C8-69B8D64AA1F1}"/>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Content Placeholder 3">
            <a:extLst>
              <a:ext uri="{FF2B5EF4-FFF2-40B4-BE49-F238E27FC236}">
                <a16:creationId xmlns:a16="http://schemas.microsoft.com/office/drawing/2014/main" id="{957E2944-1A87-7A4A-6680-079FAB219763}"/>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5" name="Date Placeholder 4">
            <a:extLst>
              <a:ext uri="{FF2B5EF4-FFF2-40B4-BE49-F238E27FC236}">
                <a16:creationId xmlns:a16="http://schemas.microsoft.com/office/drawing/2014/main" id="{81F097C0-B6E4-3764-E9D3-91C50A65365D}"/>
              </a:ext>
            </a:extLst>
          </p:cNvPr>
          <p:cNvSpPr>
            <a:spLocks noGrp="1"/>
          </p:cNvSpPr>
          <p:nvPr>
            <p:ph type="dt" sz="half" idx="10"/>
          </p:nvPr>
        </p:nvSpPr>
        <p:spPr/>
        <p:txBody>
          <a:bodyPr/>
          <a:lstStyle/>
          <a:p>
            <a:fld id="{2AE3240E-10FD-B145-BB14-08357FFDCACC}" type="datetimeFigureOut">
              <a:rPr lang="en-BE" smtClean="0"/>
              <a:t>25/11/2025</a:t>
            </a:fld>
            <a:endParaRPr lang="en-BE"/>
          </a:p>
        </p:txBody>
      </p:sp>
      <p:sp>
        <p:nvSpPr>
          <p:cNvPr id="6" name="Footer Placeholder 5">
            <a:extLst>
              <a:ext uri="{FF2B5EF4-FFF2-40B4-BE49-F238E27FC236}">
                <a16:creationId xmlns:a16="http://schemas.microsoft.com/office/drawing/2014/main" id="{E81CCF59-71CE-2DC8-6117-4B4E8DDCD902}"/>
              </a:ext>
            </a:extLst>
          </p:cNvPr>
          <p:cNvSpPr>
            <a:spLocks noGrp="1"/>
          </p:cNvSpPr>
          <p:nvPr>
            <p:ph type="ftr" sz="quarter" idx="11"/>
          </p:nvPr>
        </p:nvSpPr>
        <p:spPr/>
        <p:txBody>
          <a:bodyPr/>
          <a:lstStyle/>
          <a:p>
            <a:endParaRPr lang="en-BE"/>
          </a:p>
        </p:txBody>
      </p:sp>
      <p:sp>
        <p:nvSpPr>
          <p:cNvPr id="7" name="Slide Number Placeholder 6">
            <a:extLst>
              <a:ext uri="{FF2B5EF4-FFF2-40B4-BE49-F238E27FC236}">
                <a16:creationId xmlns:a16="http://schemas.microsoft.com/office/drawing/2014/main" id="{189ED209-6E26-7E0C-EBF5-8AD075B70668}"/>
              </a:ext>
            </a:extLst>
          </p:cNvPr>
          <p:cNvSpPr>
            <a:spLocks noGrp="1"/>
          </p:cNvSpPr>
          <p:nvPr>
            <p:ph type="sldNum" sz="quarter" idx="12"/>
          </p:nvPr>
        </p:nvSpPr>
        <p:spPr/>
        <p:txBody>
          <a:bodyPr/>
          <a:lstStyle/>
          <a:p>
            <a:fld id="{05EF167A-396B-CE4C-92C3-A9D33EEB904D}" type="slidenum">
              <a:rPr lang="en-BE" smtClean="0"/>
              <a:t>‹#›</a:t>
            </a:fld>
            <a:endParaRPr lang="en-BE"/>
          </a:p>
        </p:txBody>
      </p:sp>
    </p:spTree>
    <p:extLst>
      <p:ext uri="{BB962C8B-B14F-4D97-AF65-F5344CB8AC3E}">
        <p14:creationId xmlns:p14="http://schemas.microsoft.com/office/powerpoint/2010/main" val="41093909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2C84F-8946-F18D-95CA-8DADDB9D8220}"/>
              </a:ext>
            </a:extLst>
          </p:cNvPr>
          <p:cNvSpPr>
            <a:spLocks noGrp="1"/>
          </p:cNvSpPr>
          <p:nvPr>
            <p:ph type="title"/>
          </p:nvPr>
        </p:nvSpPr>
        <p:spPr>
          <a:xfrm>
            <a:off x="839788" y="365125"/>
            <a:ext cx="10515600" cy="1325563"/>
          </a:xfrm>
        </p:spPr>
        <p:txBody>
          <a:bodyPr/>
          <a:lstStyle/>
          <a:p>
            <a:r>
              <a:rPr lang="en-GB"/>
              <a:t>Click to edit Master title style</a:t>
            </a:r>
            <a:endParaRPr lang="en-BE"/>
          </a:p>
        </p:txBody>
      </p:sp>
      <p:sp>
        <p:nvSpPr>
          <p:cNvPr id="3" name="Text Placeholder 2">
            <a:extLst>
              <a:ext uri="{FF2B5EF4-FFF2-40B4-BE49-F238E27FC236}">
                <a16:creationId xmlns:a16="http://schemas.microsoft.com/office/drawing/2014/main" id="{0AEE784D-A87B-4DD5-8107-F94B63B6E4A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A7856068-57DF-3A52-55DE-1D3956A2D11A}"/>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5" name="Text Placeholder 4">
            <a:extLst>
              <a:ext uri="{FF2B5EF4-FFF2-40B4-BE49-F238E27FC236}">
                <a16:creationId xmlns:a16="http://schemas.microsoft.com/office/drawing/2014/main" id="{535AF380-4013-752A-B4A3-5083F1DA6A1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EF2C0F53-2A37-5E50-CF47-4711D8FAEA6B}"/>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7" name="Date Placeholder 6">
            <a:extLst>
              <a:ext uri="{FF2B5EF4-FFF2-40B4-BE49-F238E27FC236}">
                <a16:creationId xmlns:a16="http://schemas.microsoft.com/office/drawing/2014/main" id="{E189E36A-248B-E859-9818-A76F402CA61A}"/>
              </a:ext>
            </a:extLst>
          </p:cNvPr>
          <p:cNvSpPr>
            <a:spLocks noGrp="1"/>
          </p:cNvSpPr>
          <p:nvPr>
            <p:ph type="dt" sz="half" idx="10"/>
          </p:nvPr>
        </p:nvSpPr>
        <p:spPr/>
        <p:txBody>
          <a:bodyPr/>
          <a:lstStyle/>
          <a:p>
            <a:fld id="{2AE3240E-10FD-B145-BB14-08357FFDCACC}" type="datetimeFigureOut">
              <a:rPr lang="en-BE" smtClean="0"/>
              <a:t>25/11/2025</a:t>
            </a:fld>
            <a:endParaRPr lang="en-BE"/>
          </a:p>
        </p:txBody>
      </p:sp>
      <p:sp>
        <p:nvSpPr>
          <p:cNvPr id="8" name="Footer Placeholder 7">
            <a:extLst>
              <a:ext uri="{FF2B5EF4-FFF2-40B4-BE49-F238E27FC236}">
                <a16:creationId xmlns:a16="http://schemas.microsoft.com/office/drawing/2014/main" id="{93A32A50-26FC-97E3-A474-4E3A0475DF23}"/>
              </a:ext>
            </a:extLst>
          </p:cNvPr>
          <p:cNvSpPr>
            <a:spLocks noGrp="1"/>
          </p:cNvSpPr>
          <p:nvPr>
            <p:ph type="ftr" sz="quarter" idx="11"/>
          </p:nvPr>
        </p:nvSpPr>
        <p:spPr/>
        <p:txBody>
          <a:bodyPr/>
          <a:lstStyle/>
          <a:p>
            <a:endParaRPr lang="en-BE"/>
          </a:p>
        </p:txBody>
      </p:sp>
      <p:sp>
        <p:nvSpPr>
          <p:cNvPr id="9" name="Slide Number Placeholder 8">
            <a:extLst>
              <a:ext uri="{FF2B5EF4-FFF2-40B4-BE49-F238E27FC236}">
                <a16:creationId xmlns:a16="http://schemas.microsoft.com/office/drawing/2014/main" id="{80DD9242-A65E-88D8-A19F-8A9C53792997}"/>
              </a:ext>
            </a:extLst>
          </p:cNvPr>
          <p:cNvSpPr>
            <a:spLocks noGrp="1"/>
          </p:cNvSpPr>
          <p:nvPr>
            <p:ph type="sldNum" sz="quarter" idx="12"/>
          </p:nvPr>
        </p:nvSpPr>
        <p:spPr/>
        <p:txBody>
          <a:bodyPr/>
          <a:lstStyle/>
          <a:p>
            <a:fld id="{05EF167A-396B-CE4C-92C3-A9D33EEB904D}" type="slidenum">
              <a:rPr lang="en-BE" smtClean="0"/>
              <a:t>‹#›</a:t>
            </a:fld>
            <a:endParaRPr lang="en-BE"/>
          </a:p>
        </p:txBody>
      </p:sp>
    </p:spTree>
    <p:extLst>
      <p:ext uri="{BB962C8B-B14F-4D97-AF65-F5344CB8AC3E}">
        <p14:creationId xmlns:p14="http://schemas.microsoft.com/office/powerpoint/2010/main" val="34585105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D05B0-EDB3-7E48-E453-ACE500B585E9}"/>
              </a:ext>
            </a:extLst>
          </p:cNvPr>
          <p:cNvSpPr>
            <a:spLocks noGrp="1"/>
          </p:cNvSpPr>
          <p:nvPr>
            <p:ph type="title"/>
          </p:nvPr>
        </p:nvSpPr>
        <p:spPr/>
        <p:txBody>
          <a:bodyPr/>
          <a:lstStyle/>
          <a:p>
            <a:r>
              <a:rPr lang="en-GB"/>
              <a:t>Click to edit Master title style</a:t>
            </a:r>
            <a:endParaRPr lang="en-BE"/>
          </a:p>
        </p:txBody>
      </p:sp>
      <p:sp>
        <p:nvSpPr>
          <p:cNvPr id="3" name="Date Placeholder 2">
            <a:extLst>
              <a:ext uri="{FF2B5EF4-FFF2-40B4-BE49-F238E27FC236}">
                <a16:creationId xmlns:a16="http://schemas.microsoft.com/office/drawing/2014/main" id="{170337B8-A550-6B02-61EE-6133137516FC}"/>
              </a:ext>
            </a:extLst>
          </p:cNvPr>
          <p:cNvSpPr>
            <a:spLocks noGrp="1"/>
          </p:cNvSpPr>
          <p:nvPr>
            <p:ph type="dt" sz="half" idx="10"/>
          </p:nvPr>
        </p:nvSpPr>
        <p:spPr/>
        <p:txBody>
          <a:bodyPr/>
          <a:lstStyle/>
          <a:p>
            <a:fld id="{2AE3240E-10FD-B145-BB14-08357FFDCACC}" type="datetimeFigureOut">
              <a:rPr lang="en-BE" smtClean="0"/>
              <a:t>25/11/2025</a:t>
            </a:fld>
            <a:endParaRPr lang="en-BE"/>
          </a:p>
        </p:txBody>
      </p:sp>
      <p:sp>
        <p:nvSpPr>
          <p:cNvPr id="4" name="Footer Placeholder 3">
            <a:extLst>
              <a:ext uri="{FF2B5EF4-FFF2-40B4-BE49-F238E27FC236}">
                <a16:creationId xmlns:a16="http://schemas.microsoft.com/office/drawing/2014/main" id="{2243E4B3-6C9D-617D-C114-78EBD0910C13}"/>
              </a:ext>
            </a:extLst>
          </p:cNvPr>
          <p:cNvSpPr>
            <a:spLocks noGrp="1"/>
          </p:cNvSpPr>
          <p:nvPr>
            <p:ph type="ftr" sz="quarter" idx="11"/>
          </p:nvPr>
        </p:nvSpPr>
        <p:spPr/>
        <p:txBody>
          <a:bodyPr/>
          <a:lstStyle/>
          <a:p>
            <a:endParaRPr lang="en-BE"/>
          </a:p>
        </p:txBody>
      </p:sp>
      <p:sp>
        <p:nvSpPr>
          <p:cNvPr id="5" name="Slide Number Placeholder 4">
            <a:extLst>
              <a:ext uri="{FF2B5EF4-FFF2-40B4-BE49-F238E27FC236}">
                <a16:creationId xmlns:a16="http://schemas.microsoft.com/office/drawing/2014/main" id="{9E4551EC-12D0-E837-1861-87728842983C}"/>
              </a:ext>
            </a:extLst>
          </p:cNvPr>
          <p:cNvSpPr>
            <a:spLocks noGrp="1"/>
          </p:cNvSpPr>
          <p:nvPr>
            <p:ph type="sldNum" sz="quarter" idx="12"/>
          </p:nvPr>
        </p:nvSpPr>
        <p:spPr/>
        <p:txBody>
          <a:bodyPr/>
          <a:lstStyle/>
          <a:p>
            <a:fld id="{05EF167A-396B-CE4C-92C3-A9D33EEB904D}" type="slidenum">
              <a:rPr lang="en-BE" smtClean="0"/>
              <a:t>‹#›</a:t>
            </a:fld>
            <a:endParaRPr lang="en-BE"/>
          </a:p>
        </p:txBody>
      </p:sp>
    </p:spTree>
    <p:extLst>
      <p:ext uri="{BB962C8B-B14F-4D97-AF65-F5344CB8AC3E}">
        <p14:creationId xmlns:p14="http://schemas.microsoft.com/office/powerpoint/2010/main" val="20237359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80D6A9A-112D-DE3D-1764-7EA6621E0AED}"/>
              </a:ext>
            </a:extLst>
          </p:cNvPr>
          <p:cNvSpPr>
            <a:spLocks noGrp="1"/>
          </p:cNvSpPr>
          <p:nvPr>
            <p:ph type="dt" sz="half" idx="10"/>
          </p:nvPr>
        </p:nvSpPr>
        <p:spPr/>
        <p:txBody>
          <a:bodyPr/>
          <a:lstStyle/>
          <a:p>
            <a:fld id="{2AE3240E-10FD-B145-BB14-08357FFDCACC}" type="datetimeFigureOut">
              <a:rPr lang="en-BE" smtClean="0"/>
              <a:t>25/11/2025</a:t>
            </a:fld>
            <a:endParaRPr lang="en-BE"/>
          </a:p>
        </p:txBody>
      </p:sp>
      <p:sp>
        <p:nvSpPr>
          <p:cNvPr id="3" name="Footer Placeholder 2">
            <a:extLst>
              <a:ext uri="{FF2B5EF4-FFF2-40B4-BE49-F238E27FC236}">
                <a16:creationId xmlns:a16="http://schemas.microsoft.com/office/drawing/2014/main" id="{6594549D-74E1-E7AD-4A3D-DD99B7329146}"/>
              </a:ext>
            </a:extLst>
          </p:cNvPr>
          <p:cNvSpPr>
            <a:spLocks noGrp="1"/>
          </p:cNvSpPr>
          <p:nvPr>
            <p:ph type="ftr" sz="quarter" idx="11"/>
          </p:nvPr>
        </p:nvSpPr>
        <p:spPr/>
        <p:txBody>
          <a:bodyPr/>
          <a:lstStyle/>
          <a:p>
            <a:endParaRPr lang="en-BE"/>
          </a:p>
        </p:txBody>
      </p:sp>
      <p:sp>
        <p:nvSpPr>
          <p:cNvPr id="4" name="Slide Number Placeholder 3">
            <a:extLst>
              <a:ext uri="{FF2B5EF4-FFF2-40B4-BE49-F238E27FC236}">
                <a16:creationId xmlns:a16="http://schemas.microsoft.com/office/drawing/2014/main" id="{458A723D-67B9-3FE3-5208-44A2124CDB68}"/>
              </a:ext>
            </a:extLst>
          </p:cNvPr>
          <p:cNvSpPr>
            <a:spLocks noGrp="1"/>
          </p:cNvSpPr>
          <p:nvPr>
            <p:ph type="sldNum" sz="quarter" idx="12"/>
          </p:nvPr>
        </p:nvSpPr>
        <p:spPr/>
        <p:txBody>
          <a:bodyPr/>
          <a:lstStyle/>
          <a:p>
            <a:fld id="{05EF167A-396B-CE4C-92C3-A9D33EEB904D}" type="slidenum">
              <a:rPr lang="en-BE" smtClean="0"/>
              <a:t>‹#›</a:t>
            </a:fld>
            <a:endParaRPr lang="en-BE"/>
          </a:p>
        </p:txBody>
      </p:sp>
    </p:spTree>
    <p:extLst>
      <p:ext uri="{BB962C8B-B14F-4D97-AF65-F5344CB8AC3E}">
        <p14:creationId xmlns:p14="http://schemas.microsoft.com/office/powerpoint/2010/main" val="17760570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B9C45-4C0F-0C32-1BE2-7C9E793E7D7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BE"/>
          </a:p>
        </p:txBody>
      </p:sp>
      <p:sp>
        <p:nvSpPr>
          <p:cNvPr id="3" name="Content Placeholder 2">
            <a:extLst>
              <a:ext uri="{FF2B5EF4-FFF2-40B4-BE49-F238E27FC236}">
                <a16:creationId xmlns:a16="http://schemas.microsoft.com/office/drawing/2014/main" id="{A6221FEB-E777-B13F-AAEB-0784E2C5FC6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Text Placeholder 3">
            <a:extLst>
              <a:ext uri="{FF2B5EF4-FFF2-40B4-BE49-F238E27FC236}">
                <a16:creationId xmlns:a16="http://schemas.microsoft.com/office/drawing/2014/main" id="{CB9BDCA9-AE0B-91F2-54BE-20EAD34616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0D20059-9CA1-3902-1468-74CB7DC1F479}"/>
              </a:ext>
            </a:extLst>
          </p:cNvPr>
          <p:cNvSpPr>
            <a:spLocks noGrp="1"/>
          </p:cNvSpPr>
          <p:nvPr>
            <p:ph type="dt" sz="half" idx="10"/>
          </p:nvPr>
        </p:nvSpPr>
        <p:spPr/>
        <p:txBody>
          <a:bodyPr/>
          <a:lstStyle/>
          <a:p>
            <a:fld id="{2AE3240E-10FD-B145-BB14-08357FFDCACC}" type="datetimeFigureOut">
              <a:rPr lang="en-BE" smtClean="0"/>
              <a:t>25/11/2025</a:t>
            </a:fld>
            <a:endParaRPr lang="en-BE"/>
          </a:p>
        </p:txBody>
      </p:sp>
      <p:sp>
        <p:nvSpPr>
          <p:cNvPr id="6" name="Footer Placeholder 5">
            <a:extLst>
              <a:ext uri="{FF2B5EF4-FFF2-40B4-BE49-F238E27FC236}">
                <a16:creationId xmlns:a16="http://schemas.microsoft.com/office/drawing/2014/main" id="{DC2A43CC-A925-2C8A-2923-B9D41029BC71}"/>
              </a:ext>
            </a:extLst>
          </p:cNvPr>
          <p:cNvSpPr>
            <a:spLocks noGrp="1"/>
          </p:cNvSpPr>
          <p:nvPr>
            <p:ph type="ftr" sz="quarter" idx="11"/>
          </p:nvPr>
        </p:nvSpPr>
        <p:spPr/>
        <p:txBody>
          <a:bodyPr/>
          <a:lstStyle/>
          <a:p>
            <a:endParaRPr lang="en-BE"/>
          </a:p>
        </p:txBody>
      </p:sp>
      <p:sp>
        <p:nvSpPr>
          <p:cNvPr id="7" name="Slide Number Placeholder 6">
            <a:extLst>
              <a:ext uri="{FF2B5EF4-FFF2-40B4-BE49-F238E27FC236}">
                <a16:creationId xmlns:a16="http://schemas.microsoft.com/office/drawing/2014/main" id="{D46B7E7E-1A68-FE02-4BBB-03CBD7404246}"/>
              </a:ext>
            </a:extLst>
          </p:cNvPr>
          <p:cNvSpPr>
            <a:spLocks noGrp="1"/>
          </p:cNvSpPr>
          <p:nvPr>
            <p:ph type="sldNum" sz="quarter" idx="12"/>
          </p:nvPr>
        </p:nvSpPr>
        <p:spPr/>
        <p:txBody>
          <a:bodyPr/>
          <a:lstStyle/>
          <a:p>
            <a:fld id="{05EF167A-396B-CE4C-92C3-A9D33EEB904D}" type="slidenum">
              <a:rPr lang="en-BE" smtClean="0"/>
              <a:t>‹#›</a:t>
            </a:fld>
            <a:endParaRPr lang="en-BE"/>
          </a:p>
        </p:txBody>
      </p:sp>
    </p:spTree>
    <p:extLst>
      <p:ext uri="{BB962C8B-B14F-4D97-AF65-F5344CB8AC3E}">
        <p14:creationId xmlns:p14="http://schemas.microsoft.com/office/powerpoint/2010/main" val="30187894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81892-FDFF-C0B1-92AA-AB21F64D11D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BE"/>
          </a:p>
        </p:txBody>
      </p:sp>
      <p:sp>
        <p:nvSpPr>
          <p:cNvPr id="3" name="Picture Placeholder 2">
            <a:extLst>
              <a:ext uri="{FF2B5EF4-FFF2-40B4-BE49-F238E27FC236}">
                <a16:creationId xmlns:a16="http://schemas.microsoft.com/office/drawing/2014/main" id="{C4346E98-8C5B-6F14-5F88-A8D59366B5A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BE"/>
          </a:p>
        </p:txBody>
      </p:sp>
      <p:sp>
        <p:nvSpPr>
          <p:cNvPr id="4" name="Text Placeholder 3">
            <a:extLst>
              <a:ext uri="{FF2B5EF4-FFF2-40B4-BE49-F238E27FC236}">
                <a16:creationId xmlns:a16="http://schemas.microsoft.com/office/drawing/2014/main" id="{1E49E5E6-21FC-4755-A5B2-0F56DCF2B3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650E55A-24D3-74AE-6521-26148D6884CB}"/>
              </a:ext>
            </a:extLst>
          </p:cNvPr>
          <p:cNvSpPr>
            <a:spLocks noGrp="1"/>
          </p:cNvSpPr>
          <p:nvPr>
            <p:ph type="dt" sz="half" idx="10"/>
          </p:nvPr>
        </p:nvSpPr>
        <p:spPr/>
        <p:txBody>
          <a:bodyPr/>
          <a:lstStyle/>
          <a:p>
            <a:fld id="{2AE3240E-10FD-B145-BB14-08357FFDCACC}" type="datetimeFigureOut">
              <a:rPr lang="en-BE" smtClean="0"/>
              <a:t>25/11/2025</a:t>
            </a:fld>
            <a:endParaRPr lang="en-BE"/>
          </a:p>
        </p:txBody>
      </p:sp>
      <p:sp>
        <p:nvSpPr>
          <p:cNvPr id="6" name="Footer Placeholder 5">
            <a:extLst>
              <a:ext uri="{FF2B5EF4-FFF2-40B4-BE49-F238E27FC236}">
                <a16:creationId xmlns:a16="http://schemas.microsoft.com/office/drawing/2014/main" id="{E973E199-1B45-3831-849A-D0A57C1BFF87}"/>
              </a:ext>
            </a:extLst>
          </p:cNvPr>
          <p:cNvSpPr>
            <a:spLocks noGrp="1"/>
          </p:cNvSpPr>
          <p:nvPr>
            <p:ph type="ftr" sz="quarter" idx="11"/>
          </p:nvPr>
        </p:nvSpPr>
        <p:spPr/>
        <p:txBody>
          <a:bodyPr/>
          <a:lstStyle/>
          <a:p>
            <a:endParaRPr lang="en-BE"/>
          </a:p>
        </p:txBody>
      </p:sp>
      <p:sp>
        <p:nvSpPr>
          <p:cNvPr id="7" name="Slide Number Placeholder 6">
            <a:extLst>
              <a:ext uri="{FF2B5EF4-FFF2-40B4-BE49-F238E27FC236}">
                <a16:creationId xmlns:a16="http://schemas.microsoft.com/office/drawing/2014/main" id="{94D7E274-C470-AA68-7663-B2AB8A3768BF}"/>
              </a:ext>
            </a:extLst>
          </p:cNvPr>
          <p:cNvSpPr>
            <a:spLocks noGrp="1"/>
          </p:cNvSpPr>
          <p:nvPr>
            <p:ph type="sldNum" sz="quarter" idx="12"/>
          </p:nvPr>
        </p:nvSpPr>
        <p:spPr/>
        <p:txBody>
          <a:bodyPr/>
          <a:lstStyle/>
          <a:p>
            <a:fld id="{05EF167A-396B-CE4C-92C3-A9D33EEB904D}" type="slidenum">
              <a:rPr lang="en-BE" smtClean="0"/>
              <a:t>‹#›</a:t>
            </a:fld>
            <a:endParaRPr lang="en-BE"/>
          </a:p>
        </p:txBody>
      </p:sp>
    </p:spTree>
    <p:extLst>
      <p:ext uri="{BB962C8B-B14F-4D97-AF65-F5344CB8AC3E}">
        <p14:creationId xmlns:p14="http://schemas.microsoft.com/office/powerpoint/2010/main" val="18439957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8151E-C39D-AE75-5B56-B0D21E32CC13}"/>
              </a:ext>
            </a:extLst>
          </p:cNvPr>
          <p:cNvSpPr>
            <a:spLocks noGrp="1"/>
          </p:cNvSpPr>
          <p:nvPr>
            <p:ph type="title"/>
          </p:nvPr>
        </p:nvSpPr>
        <p:spPr/>
        <p:txBody>
          <a:bodyPr/>
          <a:lstStyle/>
          <a:p>
            <a:r>
              <a:rPr lang="en-GB"/>
              <a:t>Click to edit Master title style</a:t>
            </a:r>
            <a:endParaRPr lang="en-BE"/>
          </a:p>
        </p:txBody>
      </p:sp>
      <p:sp>
        <p:nvSpPr>
          <p:cNvPr id="3" name="Vertical Text Placeholder 2">
            <a:extLst>
              <a:ext uri="{FF2B5EF4-FFF2-40B4-BE49-F238E27FC236}">
                <a16:creationId xmlns:a16="http://schemas.microsoft.com/office/drawing/2014/main" id="{A6CAE229-764A-3238-2513-8C15C53E996C}"/>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Date Placeholder 3">
            <a:extLst>
              <a:ext uri="{FF2B5EF4-FFF2-40B4-BE49-F238E27FC236}">
                <a16:creationId xmlns:a16="http://schemas.microsoft.com/office/drawing/2014/main" id="{940FED5E-0F5D-5844-F129-2C8251F7A3B0}"/>
              </a:ext>
            </a:extLst>
          </p:cNvPr>
          <p:cNvSpPr>
            <a:spLocks noGrp="1"/>
          </p:cNvSpPr>
          <p:nvPr>
            <p:ph type="dt" sz="half" idx="10"/>
          </p:nvPr>
        </p:nvSpPr>
        <p:spPr/>
        <p:txBody>
          <a:bodyPr/>
          <a:lstStyle/>
          <a:p>
            <a:fld id="{2AE3240E-10FD-B145-BB14-08357FFDCACC}" type="datetimeFigureOut">
              <a:rPr lang="en-BE" smtClean="0"/>
              <a:t>25/11/2025</a:t>
            </a:fld>
            <a:endParaRPr lang="en-BE"/>
          </a:p>
        </p:txBody>
      </p:sp>
      <p:sp>
        <p:nvSpPr>
          <p:cNvPr id="5" name="Footer Placeholder 4">
            <a:extLst>
              <a:ext uri="{FF2B5EF4-FFF2-40B4-BE49-F238E27FC236}">
                <a16:creationId xmlns:a16="http://schemas.microsoft.com/office/drawing/2014/main" id="{3231430D-C2C8-22F5-867C-6DC6E574DACB}"/>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F0ED386A-9480-288E-3CA3-E6E338ED98DD}"/>
              </a:ext>
            </a:extLst>
          </p:cNvPr>
          <p:cNvSpPr>
            <a:spLocks noGrp="1"/>
          </p:cNvSpPr>
          <p:nvPr>
            <p:ph type="sldNum" sz="quarter" idx="12"/>
          </p:nvPr>
        </p:nvSpPr>
        <p:spPr/>
        <p:txBody>
          <a:bodyPr/>
          <a:lstStyle/>
          <a:p>
            <a:fld id="{05EF167A-396B-CE4C-92C3-A9D33EEB904D}" type="slidenum">
              <a:rPr lang="en-BE" smtClean="0"/>
              <a:t>‹#›</a:t>
            </a:fld>
            <a:endParaRPr lang="en-BE"/>
          </a:p>
        </p:txBody>
      </p:sp>
    </p:spTree>
    <p:extLst>
      <p:ext uri="{BB962C8B-B14F-4D97-AF65-F5344CB8AC3E}">
        <p14:creationId xmlns:p14="http://schemas.microsoft.com/office/powerpoint/2010/main" val="28685692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456EC0D-2B1A-43F5-93D7-C6E25FC26D46}"/>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BE"/>
          </a:p>
        </p:txBody>
      </p:sp>
      <p:sp>
        <p:nvSpPr>
          <p:cNvPr id="3" name="Vertical Text Placeholder 2">
            <a:extLst>
              <a:ext uri="{FF2B5EF4-FFF2-40B4-BE49-F238E27FC236}">
                <a16:creationId xmlns:a16="http://schemas.microsoft.com/office/drawing/2014/main" id="{92D67F7A-6472-BB86-5A3C-C513FB46D200}"/>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Date Placeholder 3">
            <a:extLst>
              <a:ext uri="{FF2B5EF4-FFF2-40B4-BE49-F238E27FC236}">
                <a16:creationId xmlns:a16="http://schemas.microsoft.com/office/drawing/2014/main" id="{F7C127DF-B618-5496-5F47-E5904147F143}"/>
              </a:ext>
            </a:extLst>
          </p:cNvPr>
          <p:cNvSpPr>
            <a:spLocks noGrp="1"/>
          </p:cNvSpPr>
          <p:nvPr>
            <p:ph type="dt" sz="half" idx="10"/>
          </p:nvPr>
        </p:nvSpPr>
        <p:spPr/>
        <p:txBody>
          <a:bodyPr/>
          <a:lstStyle/>
          <a:p>
            <a:fld id="{2AE3240E-10FD-B145-BB14-08357FFDCACC}" type="datetimeFigureOut">
              <a:rPr lang="en-BE" smtClean="0"/>
              <a:t>25/11/2025</a:t>
            </a:fld>
            <a:endParaRPr lang="en-BE"/>
          </a:p>
        </p:txBody>
      </p:sp>
      <p:sp>
        <p:nvSpPr>
          <p:cNvPr id="5" name="Footer Placeholder 4">
            <a:extLst>
              <a:ext uri="{FF2B5EF4-FFF2-40B4-BE49-F238E27FC236}">
                <a16:creationId xmlns:a16="http://schemas.microsoft.com/office/drawing/2014/main" id="{1BC6FA87-9069-3A80-2D1D-6A3F8729B6DB}"/>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BD6C8978-1126-61DB-84E6-B449CDBCD1A6}"/>
              </a:ext>
            </a:extLst>
          </p:cNvPr>
          <p:cNvSpPr>
            <a:spLocks noGrp="1"/>
          </p:cNvSpPr>
          <p:nvPr>
            <p:ph type="sldNum" sz="quarter" idx="12"/>
          </p:nvPr>
        </p:nvSpPr>
        <p:spPr/>
        <p:txBody>
          <a:bodyPr/>
          <a:lstStyle/>
          <a:p>
            <a:fld id="{05EF167A-396B-CE4C-92C3-A9D33EEB904D}" type="slidenum">
              <a:rPr lang="en-BE" smtClean="0"/>
              <a:t>‹#›</a:t>
            </a:fld>
            <a:endParaRPr lang="en-BE"/>
          </a:p>
        </p:txBody>
      </p:sp>
    </p:spTree>
    <p:extLst>
      <p:ext uri="{BB962C8B-B14F-4D97-AF65-F5344CB8AC3E}">
        <p14:creationId xmlns:p14="http://schemas.microsoft.com/office/powerpoint/2010/main" val="10530117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15F62D6-98EC-0ECB-D187-5E63FE841F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BE"/>
          </a:p>
        </p:txBody>
      </p:sp>
      <p:sp>
        <p:nvSpPr>
          <p:cNvPr id="3" name="Text Placeholder 2">
            <a:extLst>
              <a:ext uri="{FF2B5EF4-FFF2-40B4-BE49-F238E27FC236}">
                <a16:creationId xmlns:a16="http://schemas.microsoft.com/office/drawing/2014/main" id="{8FE65080-A88D-0D65-37C7-BC4CFAAE3CE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Date Placeholder 3">
            <a:extLst>
              <a:ext uri="{FF2B5EF4-FFF2-40B4-BE49-F238E27FC236}">
                <a16:creationId xmlns:a16="http://schemas.microsoft.com/office/drawing/2014/main" id="{AD436FD2-49AC-A7EA-BEAB-CC00B877EEB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AE3240E-10FD-B145-BB14-08357FFDCACC}" type="datetimeFigureOut">
              <a:rPr lang="en-BE" smtClean="0"/>
              <a:t>25/11/2025</a:t>
            </a:fld>
            <a:endParaRPr lang="en-BE"/>
          </a:p>
        </p:txBody>
      </p:sp>
      <p:sp>
        <p:nvSpPr>
          <p:cNvPr id="5" name="Footer Placeholder 4">
            <a:extLst>
              <a:ext uri="{FF2B5EF4-FFF2-40B4-BE49-F238E27FC236}">
                <a16:creationId xmlns:a16="http://schemas.microsoft.com/office/drawing/2014/main" id="{54EA207A-6EF4-A850-F070-C49E4A5DBD5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BE"/>
          </a:p>
        </p:txBody>
      </p:sp>
      <p:sp>
        <p:nvSpPr>
          <p:cNvPr id="6" name="Slide Number Placeholder 5">
            <a:extLst>
              <a:ext uri="{FF2B5EF4-FFF2-40B4-BE49-F238E27FC236}">
                <a16:creationId xmlns:a16="http://schemas.microsoft.com/office/drawing/2014/main" id="{5F033BB8-A720-0962-35A2-B5D8D58D378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5EF167A-396B-CE4C-92C3-A9D33EEB904D}" type="slidenum">
              <a:rPr lang="en-BE" smtClean="0"/>
              <a:t>‹#›</a:t>
            </a:fld>
            <a:endParaRPr lang="en-BE"/>
          </a:p>
        </p:txBody>
      </p:sp>
    </p:spTree>
    <p:extLst>
      <p:ext uri="{BB962C8B-B14F-4D97-AF65-F5344CB8AC3E}">
        <p14:creationId xmlns:p14="http://schemas.microsoft.com/office/powerpoint/2010/main" val="4440986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C20C61-48B4-96EF-0D0B-7E51C2A141F6}"/>
              </a:ext>
            </a:extLst>
          </p:cNvPr>
          <p:cNvSpPr>
            <a:spLocks noGrp="1"/>
          </p:cNvSpPr>
          <p:nvPr>
            <p:ph type="ctrTitle"/>
          </p:nvPr>
        </p:nvSpPr>
        <p:spPr/>
        <p:txBody>
          <a:bodyPr/>
          <a:lstStyle/>
          <a:p>
            <a:pPr algn="l"/>
            <a:r>
              <a:rPr lang="en-BE" dirty="0">
                <a:latin typeface="DM Serif Display" pitchFamily="2" charset="0"/>
              </a:rPr>
              <a:t>Occupancy modelling</a:t>
            </a:r>
          </a:p>
        </p:txBody>
      </p:sp>
      <p:sp>
        <p:nvSpPr>
          <p:cNvPr id="3" name="Subtitle 2">
            <a:extLst>
              <a:ext uri="{FF2B5EF4-FFF2-40B4-BE49-F238E27FC236}">
                <a16:creationId xmlns:a16="http://schemas.microsoft.com/office/drawing/2014/main" id="{A8711BBE-E91F-1FBD-C307-59819A1AD9CA}"/>
              </a:ext>
            </a:extLst>
          </p:cNvPr>
          <p:cNvSpPr>
            <a:spLocks noGrp="1"/>
          </p:cNvSpPr>
          <p:nvPr>
            <p:ph type="subTitle" idx="1"/>
          </p:nvPr>
        </p:nvSpPr>
        <p:spPr/>
        <p:txBody>
          <a:bodyPr/>
          <a:lstStyle/>
          <a:p>
            <a:pPr algn="l"/>
            <a:r>
              <a:rPr lang="en-BE" dirty="0">
                <a:latin typeface="DM Sans 14pt" pitchFamily="2" charset="77"/>
              </a:rPr>
              <a:t>Modelling study group</a:t>
            </a:r>
          </a:p>
        </p:txBody>
      </p:sp>
    </p:spTree>
    <p:extLst>
      <p:ext uri="{BB962C8B-B14F-4D97-AF65-F5344CB8AC3E}">
        <p14:creationId xmlns:p14="http://schemas.microsoft.com/office/powerpoint/2010/main" val="33511750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54A78C9-E01A-76D4-E4F7-3DD68CA3B0CA}"/>
              </a:ext>
            </a:extLst>
          </p:cNvPr>
          <p:cNvPicPr>
            <a:picLocks noChangeAspect="1"/>
          </p:cNvPicPr>
          <p:nvPr/>
        </p:nvPicPr>
        <p:blipFill>
          <a:blip r:embed="rId3"/>
          <a:stretch>
            <a:fillRect/>
          </a:stretch>
        </p:blipFill>
        <p:spPr>
          <a:xfrm>
            <a:off x="436339" y="841966"/>
            <a:ext cx="11319322" cy="5174068"/>
          </a:xfrm>
          <a:prstGeom prst="rect">
            <a:avLst/>
          </a:prstGeom>
        </p:spPr>
      </p:pic>
    </p:spTree>
    <p:extLst>
      <p:ext uri="{BB962C8B-B14F-4D97-AF65-F5344CB8AC3E}">
        <p14:creationId xmlns:p14="http://schemas.microsoft.com/office/powerpoint/2010/main" val="26522631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0F09ED3-4B36-D8E9-E518-AA327B0CB5C4}"/>
              </a:ext>
            </a:extLst>
          </p:cNvPr>
          <p:cNvSpPr txBox="1"/>
          <p:nvPr/>
        </p:nvSpPr>
        <p:spPr>
          <a:xfrm>
            <a:off x="897699" y="3429000"/>
            <a:ext cx="9143999" cy="1200329"/>
          </a:xfrm>
          <a:prstGeom prst="rect">
            <a:avLst/>
          </a:prstGeom>
          <a:noFill/>
        </p:spPr>
        <p:txBody>
          <a:bodyPr wrap="square">
            <a:spAutoFit/>
          </a:bodyPr>
          <a:lstStyle/>
          <a:p>
            <a:r>
              <a:rPr lang="en-GB" sz="2400" b="0" i="0" dirty="0">
                <a:solidFill>
                  <a:srgbClr val="333333"/>
                </a:solidFill>
                <a:effectLst/>
                <a:latin typeface="Helvetica" pitchFamily="2" charset="0"/>
              </a:rPr>
              <a:t>Multistate occupancy models estimate multiple states across space and sometimes through time (e.g., species absent, species present but not breeding, species present and breeding).</a:t>
            </a:r>
            <a:endParaRPr lang="en-BE" sz="2400" dirty="0"/>
          </a:p>
        </p:txBody>
      </p:sp>
      <p:sp>
        <p:nvSpPr>
          <p:cNvPr id="6" name="Title 1">
            <a:extLst>
              <a:ext uri="{FF2B5EF4-FFF2-40B4-BE49-F238E27FC236}">
                <a16:creationId xmlns:a16="http://schemas.microsoft.com/office/drawing/2014/main" id="{B0B310B6-311E-CD9C-B4BB-0CBAF670D9D5}"/>
              </a:ext>
            </a:extLst>
          </p:cNvPr>
          <p:cNvSpPr txBox="1">
            <a:spLocks/>
          </p:cNvSpPr>
          <p:nvPr/>
        </p:nvSpPr>
        <p:spPr>
          <a:xfrm>
            <a:off x="897699" y="1418773"/>
            <a:ext cx="9144000" cy="2387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BE" sz="5400" dirty="0">
                <a:latin typeface="DM Serif Display" pitchFamily="2" charset="0"/>
              </a:rPr>
              <a:t>Multistate occupancy models</a:t>
            </a:r>
          </a:p>
        </p:txBody>
      </p:sp>
    </p:spTree>
    <p:extLst>
      <p:ext uri="{BB962C8B-B14F-4D97-AF65-F5344CB8AC3E}">
        <p14:creationId xmlns:p14="http://schemas.microsoft.com/office/powerpoint/2010/main" val="20967504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49C510F-1246-D4A5-0FFC-AB95BAE78A56}"/>
              </a:ext>
            </a:extLst>
          </p:cNvPr>
          <p:cNvSpPr txBox="1"/>
          <p:nvPr/>
        </p:nvSpPr>
        <p:spPr>
          <a:xfrm>
            <a:off x="628389" y="1012954"/>
            <a:ext cx="10935222" cy="4832092"/>
          </a:xfrm>
          <a:prstGeom prst="rect">
            <a:avLst/>
          </a:prstGeom>
          <a:noFill/>
        </p:spPr>
        <p:txBody>
          <a:bodyPr wrap="square">
            <a:spAutoFit/>
          </a:bodyPr>
          <a:lstStyle/>
          <a:p>
            <a:pPr algn="l" fontAlgn="base">
              <a:spcBef>
                <a:spcPts val="1200"/>
              </a:spcBef>
              <a:buFont typeface="+mj-lt"/>
              <a:buAutoNum type="arabicPeriod"/>
            </a:pPr>
            <a:r>
              <a:rPr lang="en-GB" sz="3200" b="0" i="0" dirty="0">
                <a:solidFill>
                  <a:srgbClr val="333333"/>
                </a:solidFill>
                <a:effectLst/>
                <a:latin typeface="Helvetica" pitchFamily="2" charset="0"/>
              </a:rPr>
              <a:t>There are at least three states being </a:t>
            </a:r>
            <a:r>
              <a:rPr lang="en-GB" sz="3200" b="0" i="0" dirty="0" err="1">
                <a:solidFill>
                  <a:srgbClr val="333333"/>
                </a:solidFill>
                <a:effectLst/>
                <a:latin typeface="Helvetica" pitchFamily="2" charset="0"/>
              </a:rPr>
              <a:t>modeled</a:t>
            </a:r>
            <a:r>
              <a:rPr lang="en-GB" sz="3200" b="0" i="0" dirty="0">
                <a:solidFill>
                  <a:srgbClr val="333333"/>
                </a:solidFill>
                <a:effectLst/>
                <a:latin typeface="Helvetica" pitchFamily="2" charset="0"/>
              </a:rPr>
              <a:t>, one of which is always “species absence.” The interpretation of the remaining states depends on the model &amp; data, but these states are always related to species presence in one form or another.</a:t>
            </a:r>
          </a:p>
          <a:p>
            <a:pPr algn="l" fontAlgn="base">
              <a:spcBef>
                <a:spcPts val="1200"/>
              </a:spcBef>
              <a:buFont typeface="+mj-lt"/>
              <a:buAutoNum type="arabicPeriod"/>
            </a:pPr>
            <a:r>
              <a:rPr lang="en-GB" sz="3200" b="0" i="0" dirty="0">
                <a:solidFill>
                  <a:srgbClr val="333333"/>
                </a:solidFill>
                <a:effectLst/>
                <a:latin typeface="Helvetica" pitchFamily="2" charset="0"/>
              </a:rPr>
              <a:t>There is a separate probability of ‘success’ for each state, including species absence.</a:t>
            </a:r>
          </a:p>
          <a:p>
            <a:pPr algn="l" fontAlgn="base">
              <a:spcBef>
                <a:spcPts val="1200"/>
              </a:spcBef>
              <a:buFont typeface="+mj-lt"/>
              <a:buAutoNum type="arabicPeriod"/>
            </a:pPr>
            <a:r>
              <a:rPr lang="en-GB" sz="3200" b="0" i="0" dirty="0">
                <a:solidFill>
                  <a:srgbClr val="333333"/>
                </a:solidFill>
                <a:effectLst/>
                <a:latin typeface="Helvetica" pitchFamily="2" charset="0"/>
              </a:rPr>
              <a:t>The sum of the probabilities across all states must sum to unity (i.e., sum to 1).</a:t>
            </a:r>
          </a:p>
        </p:txBody>
      </p:sp>
    </p:spTree>
    <p:extLst>
      <p:ext uri="{BB962C8B-B14F-4D97-AF65-F5344CB8AC3E}">
        <p14:creationId xmlns:p14="http://schemas.microsoft.com/office/powerpoint/2010/main" val="21765700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B6EDDCC-BD5B-E0B4-FAD8-DF4CB3026F18}"/>
              </a:ext>
            </a:extLst>
          </p:cNvPr>
          <p:cNvSpPr txBox="1"/>
          <p:nvPr/>
        </p:nvSpPr>
        <p:spPr>
          <a:xfrm>
            <a:off x="858032" y="1081762"/>
            <a:ext cx="11091797" cy="3170099"/>
          </a:xfrm>
          <a:prstGeom prst="rect">
            <a:avLst/>
          </a:prstGeom>
          <a:noFill/>
        </p:spPr>
        <p:txBody>
          <a:bodyPr wrap="square">
            <a:spAutoFit/>
          </a:bodyPr>
          <a:lstStyle/>
          <a:p>
            <a:pPr algn="l" fontAlgn="base">
              <a:spcBef>
                <a:spcPts val="1200"/>
              </a:spcBef>
              <a:buFont typeface="+mj-lt"/>
              <a:buAutoNum type="arabicPeriod"/>
            </a:pPr>
            <a:r>
              <a:rPr lang="en-GB" sz="3600" b="0" i="0" dirty="0">
                <a:solidFill>
                  <a:srgbClr val="333333"/>
                </a:solidFill>
                <a:effectLst/>
                <a:latin typeface="Helvetica" pitchFamily="2" charset="0"/>
              </a:rPr>
              <a:t>No detection of an owl</a:t>
            </a:r>
          </a:p>
          <a:p>
            <a:pPr algn="l" fontAlgn="base">
              <a:spcBef>
                <a:spcPts val="1200"/>
              </a:spcBef>
              <a:buFont typeface="+mj-lt"/>
              <a:buAutoNum type="arabicPeriod"/>
            </a:pPr>
            <a:r>
              <a:rPr lang="en-GB" sz="3600" b="0" i="0" dirty="0">
                <a:solidFill>
                  <a:srgbClr val="333333"/>
                </a:solidFill>
                <a:effectLst/>
                <a:latin typeface="Helvetica" pitchFamily="2" charset="0"/>
              </a:rPr>
              <a:t>Detection of an adult owl but no detection of a young owl</a:t>
            </a:r>
          </a:p>
          <a:p>
            <a:pPr algn="l" fontAlgn="base">
              <a:spcBef>
                <a:spcPts val="1200"/>
              </a:spcBef>
              <a:buFont typeface="+mj-lt"/>
              <a:buAutoNum type="arabicPeriod"/>
            </a:pPr>
            <a:r>
              <a:rPr lang="en-GB" sz="3600" b="0" i="0" dirty="0">
                <a:solidFill>
                  <a:srgbClr val="333333"/>
                </a:solidFill>
                <a:effectLst/>
                <a:latin typeface="Helvetica" pitchFamily="2" charset="0"/>
              </a:rPr>
              <a:t>Detection of a young owl (i.e., reproductive success)</a:t>
            </a:r>
          </a:p>
        </p:txBody>
      </p:sp>
      <p:pic>
        <p:nvPicPr>
          <p:cNvPr id="6" name="Picture 5">
            <a:extLst>
              <a:ext uri="{FF2B5EF4-FFF2-40B4-BE49-F238E27FC236}">
                <a16:creationId xmlns:a16="http://schemas.microsoft.com/office/drawing/2014/main" id="{060684C4-FFB9-E062-678E-6DD3101DC50C}"/>
              </a:ext>
            </a:extLst>
          </p:cNvPr>
          <p:cNvPicPr>
            <a:picLocks noChangeAspect="1"/>
          </p:cNvPicPr>
          <p:nvPr/>
        </p:nvPicPr>
        <p:blipFill>
          <a:blip r:embed="rId2"/>
          <a:stretch>
            <a:fillRect/>
          </a:stretch>
        </p:blipFill>
        <p:spPr>
          <a:xfrm>
            <a:off x="3986055" y="4558241"/>
            <a:ext cx="4835750" cy="1360814"/>
          </a:xfrm>
          <a:prstGeom prst="rect">
            <a:avLst/>
          </a:prstGeom>
        </p:spPr>
      </p:pic>
      <p:sp>
        <p:nvSpPr>
          <p:cNvPr id="8" name="TextBox 7">
            <a:extLst>
              <a:ext uri="{FF2B5EF4-FFF2-40B4-BE49-F238E27FC236}">
                <a16:creationId xmlns:a16="http://schemas.microsoft.com/office/drawing/2014/main" id="{56ACD683-CAE2-FFE3-56F0-BF1DC841E332}"/>
              </a:ext>
            </a:extLst>
          </p:cNvPr>
          <p:cNvSpPr txBox="1"/>
          <p:nvPr/>
        </p:nvSpPr>
        <p:spPr>
          <a:xfrm>
            <a:off x="949197" y="6225435"/>
            <a:ext cx="7872608" cy="369332"/>
          </a:xfrm>
          <a:prstGeom prst="rect">
            <a:avLst/>
          </a:prstGeom>
          <a:noFill/>
        </p:spPr>
        <p:txBody>
          <a:bodyPr wrap="square">
            <a:spAutoFit/>
          </a:bodyPr>
          <a:lstStyle/>
          <a:p>
            <a:r>
              <a:rPr lang="en-BE" dirty="0"/>
              <a:t>Source: https://masonfidino.com/intro_2_multistate_occupancy/</a:t>
            </a:r>
          </a:p>
        </p:txBody>
      </p:sp>
    </p:spTree>
    <p:extLst>
      <p:ext uri="{BB962C8B-B14F-4D97-AF65-F5344CB8AC3E}">
        <p14:creationId xmlns:p14="http://schemas.microsoft.com/office/powerpoint/2010/main" val="26215311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8D48E5F-8D1B-9774-4E02-4FF1F87CDB9B}"/>
              </a:ext>
            </a:extLst>
          </p:cNvPr>
          <p:cNvPicPr>
            <a:picLocks noChangeAspect="1"/>
          </p:cNvPicPr>
          <p:nvPr/>
        </p:nvPicPr>
        <p:blipFill>
          <a:blip r:embed="rId2"/>
          <a:stretch>
            <a:fillRect/>
          </a:stretch>
        </p:blipFill>
        <p:spPr>
          <a:xfrm>
            <a:off x="2857481" y="2053442"/>
            <a:ext cx="6477037" cy="2751116"/>
          </a:xfrm>
          <a:prstGeom prst="rect">
            <a:avLst/>
          </a:prstGeom>
        </p:spPr>
      </p:pic>
    </p:spTree>
    <p:extLst>
      <p:ext uri="{BB962C8B-B14F-4D97-AF65-F5344CB8AC3E}">
        <p14:creationId xmlns:p14="http://schemas.microsoft.com/office/powerpoint/2010/main" val="31883929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The occupancy probability of owls that do not breed is highest at low levels of this environmental covariate while the occupancy probability of owls that do breed is highest at high levels of this environmental covariate.">
            <a:extLst>
              <a:ext uri="{FF2B5EF4-FFF2-40B4-BE49-F238E27FC236}">
                <a16:creationId xmlns:a16="http://schemas.microsoft.com/office/drawing/2014/main" id="{BA9E3ECE-85D4-A7AC-6842-AA7F573AB3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8613" y="0"/>
            <a:ext cx="11533187"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94839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EA59A4C-6AA8-A572-7C29-90C47E95283B}"/>
              </a:ext>
            </a:extLst>
          </p:cNvPr>
          <p:cNvSpPr txBox="1"/>
          <p:nvPr/>
        </p:nvSpPr>
        <p:spPr>
          <a:xfrm>
            <a:off x="620039" y="710077"/>
            <a:ext cx="10828750" cy="3970318"/>
          </a:xfrm>
          <a:prstGeom prst="rect">
            <a:avLst/>
          </a:prstGeom>
          <a:noFill/>
        </p:spPr>
        <p:txBody>
          <a:bodyPr wrap="square">
            <a:spAutoFit/>
          </a:bodyPr>
          <a:lstStyle/>
          <a:p>
            <a:r>
              <a:rPr lang="el-GR" sz="2800" b="0" i="0" dirty="0">
                <a:solidFill>
                  <a:srgbClr val="1F1F1F"/>
                </a:solidFill>
                <a:effectLst/>
                <a:latin typeface="ElsevierGulliver"/>
              </a:rPr>
              <a:t>ψ</a:t>
            </a:r>
            <a:r>
              <a:rPr lang="el-GR" sz="2800" b="0" i="0" baseline="30000" dirty="0">
                <a:solidFill>
                  <a:srgbClr val="1F1F1F"/>
                </a:solidFill>
                <a:effectLst/>
                <a:latin typeface="ElsevierGulliver"/>
              </a:rPr>
              <a:t>1</a:t>
            </a:r>
            <a:r>
              <a:rPr lang="el-GR" sz="2800" b="0" i="0" dirty="0">
                <a:solidFill>
                  <a:srgbClr val="1F1F1F"/>
                </a:solidFill>
                <a:effectLst/>
                <a:latin typeface="ElsevierGulliver"/>
              </a:rPr>
              <a:t> </a:t>
            </a:r>
            <a:r>
              <a:rPr lang="en-GB" sz="2800" b="0" i="0" dirty="0">
                <a:solidFill>
                  <a:srgbClr val="1F1F1F"/>
                </a:solidFill>
                <a:effectLst/>
                <a:latin typeface="ElsevierGulliver"/>
              </a:rPr>
              <a:t>the probability of occupancy regardless of abundance state, </a:t>
            </a:r>
            <a:r>
              <a:rPr lang="el-GR" sz="2800" b="0" i="0" dirty="0">
                <a:solidFill>
                  <a:srgbClr val="1F1F1F"/>
                </a:solidFill>
                <a:effectLst/>
                <a:latin typeface="ElsevierGulliver"/>
              </a:rPr>
              <a:t>ψ</a:t>
            </a:r>
            <a:r>
              <a:rPr lang="el-GR" sz="2800" b="0" i="0" baseline="30000" dirty="0">
                <a:solidFill>
                  <a:srgbClr val="1F1F1F"/>
                </a:solidFill>
                <a:effectLst/>
                <a:latin typeface="ElsevierGulliver"/>
              </a:rPr>
              <a:t>2</a:t>
            </a:r>
            <a:r>
              <a:rPr lang="el-GR" sz="2800" b="0" i="0" dirty="0">
                <a:solidFill>
                  <a:srgbClr val="1F1F1F"/>
                </a:solidFill>
                <a:effectLst/>
                <a:latin typeface="ElsevierGulliver"/>
              </a:rPr>
              <a:t> </a:t>
            </a:r>
            <a:r>
              <a:rPr lang="en-GB" sz="2800" b="0" i="0" dirty="0">
                <a:solidFill>
                  <a:srgbClr val="1F1F1F"/>
                </a:solidFill>
                <a:effectLst/>
                <a:latin typeface="ElsevierGulliver"/>
              </a:rPr>
              <a:t>the probability of abundant given that the site is occupied, </a:t>
            </a:r>
            <a:r>
              <a:rPr lang="en-GB" sz="2800" b="0" i="1" dirty="0">
                <a:solidFill>
                  <a:srgbClr val="1F1F1F"/>
                </a:solidFill>
                <a:effectLst/>
                <a:latin typeface="ElsevierGulliver"/>
              </a:rPr>
              <a:t>p</a:t>
            </a:r>
            <a:r>
              <a:rPr lang="en-GB" sz="2800" b="0" i="0" baseline="30000" dirty="0">
                <a:solidFill>
                  <a:srgbClr val="1F1F1F"/>
                </a:solidFill>
                <a:effectLst/>
                <a:latin typeface="ElsevierGulliver"/>
              </a:rPr>
              <a:t>1</a:t>
            </a:r>
            <a:r>
              <a:rPr lang="en-GB" sz="2800" b="0" i="0" dirty="0">
                <a:solidFill>
                  <a:srgbClr val="1F1F1F"/>
                </a:solidFill>
                <a:effectLst/>
                <a:latin typeface="ElsevierGulliver"/>
              </a:rPr>
              <a:t> the probability of detecting occupancy given it is not in the abundant state, </a:t>
            </a:r>
            <a:r>
              <a:rPr lang="en-GB" sz="2800" b="0" i="1" dirty="0">
                <a:solidFill>
                  <a:srgbClr val="1F1F1F"/>
                </a:solidFill>
                <a:effectLst/>
                <a:latin typeface="ElsevierGulliver"/>
              </a:rPr>
              <a:t>p</a:t>
            </a:r>
            <a:r>
              <a:rPr lang="en-GB" sz="2800" b="0" i="0" baseline="30000" dirty="0">
                <a:solidFill>
                  <a:srgbClr val="1F1F1F"/>
                </a:solidFill>
                <a:effectLst/>
                <a:latin typeface="ElsevierGulliver"/>
              </a:rPr>
              <a:t>2</a:t>
            </a:r>
            <a:r>
              <a:rPr lang="en-GB" sz="2800" b="0" i="0" dirty="0">
                <a:solidFill>
                  <a:srgbClr val="1F1F1F"/>
                </a:solidFill>
                <a:effectLst/>
                <a:latin typeface="ElsevierGulliver"/>
              </a:rPr>
              <a:t> the probability of detecting occupancy given it is in the abundant state, and </a:t>
            </a:r>
            <a:r>
              <a:rPr lang="el-GR" sz="2800" b="0" i="0" dirty="0">
                <a:solidFill>
                  <a:srgbClr val="1F1F1F"/>
                </a:solidFill>
                <a:effectLst/>
                <a:latin typeface="ElsevierGulliver"/>
              </a:rPr>
              <a:t>δ </a:t>
            </a:r>
            <a:r>
              <a:rPr lang="en-GB" sz="2800" b="0" i="0" dirty="0">
                <a:solidFill>
                  <a:srgbClr val="1F1F1F"/>
                </a:solidFill>
                <a:effectLst/>
                <a:latin typeface="ElsevierGulliver"/>
              </a:rPr>
              <a:t>the probability of detecting the abundant state given that the species was detected and the true state was abundant. </a:t>
            </a:r>
          </a:p>
          <a:p>
            <a:endParaRPr lang="en-GB" sz="2800" dirty="0">
              <a:solidFill>
                <a:srgbClr val="1F1F1F"/>
              </a:solidFill>
              <a:latin typeface="ElsevierGulliver"/>
            </a:endParaRPr>
          </a:p>
          <a:p>
            <a:r>
              <a:rPr lang="en-GB" sz="2800" b="0" i="0" dirty="0">
                <a:solidFill>
                  <a:srgbClr val="1F1F1F"/>
                </a:solidFill>
                <a:effectLst/>
                <a:latin typeface="ElsevierGulliver"/>
              </a:rPr>
              <a:t>We calculated the probability of a site being in the abundant state as </a:t>
            </a:r>
            <a:r>
              <a:rPr lang="el-GR" sz="2800" b="0" i="0" dirty="0">
                <a:solidFill>
                  <a:srgbClr val="1F1F1F"/>
                </a:solidFill>
                <a:effectLst/>
                <a:latin typeface="ElsevierGulliver"/>
              </a:rPr>
              <a:t>ψ</a:t>
            </a:r>
            <a:r>
              <a:rPr lang="el-GR" sz="2800" b="0" i="0" baseline="30000" dirty="0">
                <a:solidFill>
                  <a:srgbClr val="1F1F1F"/>
                </a:solidFill>
                <a:effectLst/>
                <a:latin typeface="ElsevierGulliver"/>
              </a:rPr>
              <a:t>1</a:t>
            </a:r>
            <a:r>
              <a:rPr lang="el-GR" sz="2800" b="0" i="0" dirty="0">
                <a:solidFill>
                  <a:srgbClr val="1F1F1F"/>
                </a:solidFill>
                <a:effectLst/>
                <a:latin typeface="ElsevierGulliver"/>
              </a:rPr>
              <a:t> × ψ</a:t>
            </a:r>
            <a:r>
              <a:rPr lang="el-GR" sz="2800" b="0" i="0" baseline="30000" dirty="0">
                <a:solidFill>
                  <a:srgbClr val="1F1F1F"/>
                </a:solidFill>
                <a:effectLst/>
                <a:latin typeface="ElsevierGulliver"/>
              </a:rPr>
              <a:t>2</a:t>
            </a:r>
            <a:r>
              <a:rPr lang="el-GR" sz="2800" b="0" i="0" dirty="0">
                <a:solidFill>
                  <a:srgbClr val="1F1F1F"/>
                </a:solidFill>
                <a:effectLst/>
                <a:latin typeface="ElsevierGulliver"/>
              </a:rPr>
              <a:t>, </a:t>
            </a:r>
            <a:r>
              <a:rPr lang="en-GB" sz="2800" b="0" i="0" dirty="0">
                <a:solidFill>
                  <a:srgbClr val="1F1F1F"/>
                </a:solidFill>
                <a:effectLst/>
                <a:latin typeface="ElsevierGulliver"/>
              </a:rPr>
              <a:t>and the probability of being unoccupied as 1 - </a:t>
            </a:r>
            <a:r>
              <a:rPr lang="el-GR" sz="2800" b="0" i="0" dirty="0">
                <a:solidFill>
                  <a:srgbClr val="1F1F1F"/>
                </a:solidFill>
                <a:effectLst/>
                <a:latin typeface="ElsevierGulliver"/>
              </a:rPr>
              <a:t>ψ</a:t>
            </a:r>
            <a:r>
              <a:rPr lang="el-GR" sz="2800" b="0" i="0" baseline="30000" dirty="0">
                <a:solidFill>
                  <a:srgbClr val="1F1F1F"/>
                </a:solidFill>
                <a:effectLst/>
                <a:latin typeface="ElsevierGulliver"/>
              </a:rPr>
              <a:t>1</a:t>
            </a:r>
            <a:r>
              <a:rPr lang="el-GR" sz="2800" b="0" i="0" dirty="0">
                <a:solidFill>
                  <a:srgbClr val="1F1F1F"/>
                </a:solidFill>
                <a:effectLst/>
                <a:latin typeface="ElsevierGulliver"/>
              </a:rPr>
              <a:t>.</a:t>
            </a:r>
            <a:endParaRPr lang="en-BE" sz="2800" dirty="0"/>
          </a:p>
        </p:txBody>
      </p:sp>
    </p:spTree>
    <p:extLst>
      <p:ext uri="{BB962C8B-B14F-4D97-AF65-F5344CB8AC3E}">
        <p14:creationId xmlns:p14="http://schemas.microsoft.com/office/powerpoint/2010/main" val="7135714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8A81F59-06FE-5E93-BCAD-6BA9334B27DC}"/>
              </a:ext>
            </a:extLst>
          </p:cNvPr>
          <p:cNvPicPr>
            <a:picLocks noChangeAspect="1"/>
          </p:cNvPicPr>
          <p:nvPr/>
        </p:nvPicPr>
        <p:blipFill>
          <a:blip r:embed="rId2"/>
          <a:stretch>
            <a:fillRect/>
          </a:stretch>
        </p:blipFill>
        <p:spPr>
          <a:xfrm>
            <a:off x="415525" y="774420"/>
            <a:ext cx="11458105" cy="4724506"/>
          </a:xfrm>
          <a:prstGeom prst="rect">
            <a:avLst/>
          </a:prstGeom>
        </p:spPr>
      </p:pic>
    </p:spTree>
    <p:extLst>
      <p:ext uri="{BB962C8B-B14F-4D97-AF65-F5344CB8AC3E}">
        <p14:creationId xmlns:p14="http://schemas.microsoft.com/office/powerpoint/2010/main" val="26154076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781A3AB-D31C-245C-D401-86F158292AE5}"/>
              </a:ext>
            </a:extLst>
          </p:cNvPr>
          <p:cNvPicPr>
            <a:picLocks noChangeAspect="1"/>
          </p:cNvPicPr>
          <p:nvPr/>
        </p:nvPicPr>
        <p:blipFill>
          <a:blip r:embed="rId2"/>
          <a:stretch>
            <a:fillRect/>
          </a:stretch>
        </p:blipFill>
        <p:spPr>
          <a:xfrm>
            <a:off x="304966" y="382670"/>
            <a:ext cx="11618768" cy="4201855"/>
          </a:xfrm>
          <a:prstGeom prst="rect">
            <a:avLst/>
          </a:prstGeom>
        </p:spPr>
      </p:pic>
    </p:spTree>
    <p:extLst>
      <p:ext uri="{BB962C8B-B14F-4D97-AF65-F5344CB8AC3E}">
        <p14:creationId xmlns:p14="http://schemas.microsoft.com/office/powerpoint/2010/main" val="20616721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323C1BF-D40E-0D00-D0EA-36316EB237FA}"/>
              </a:ext>
            </a:extLst>
          </p:cNvPr>
          <p:cNvSpPr txBox="1"/>
          <p:nvPr/>
        </p:nvSpPr>
        <p:spPr>
          <a:xfrm>
            <a:off x="707720" y="685737"/>
            <a:ext cx="11016641" cy="5632311"/>
          </a:xfrm>
          <a:prstGeom prst="rect">
            <a:avLst/>
          </a:prstGeom>
          <a:noFill/>
        </p:spPr>
        <p:txBody>
          <a:bodyPr wrap="square">
            <a:spAutoFit/>
          </a:bodyPr>
          <a:lstStyle/>
          <a:p>
            <a:r>
              <a:rPr lang="en-GB" sz="3600" b="0" i="0" dirty="0">
                <a:solidFill>
                  <a:srgbClr val="1F1F1F"/>
                </a:solidFill>
                <a:effectLst/>
                <a:latin typeface="ElsevierGulliver"/>
              </a:rPr>
              <a:t>We found, not surprisingly, that </a:t>
            </a:r>
            <a:r>
              <a:rPr lang="en-GB" sz="3600" b="0" i="0" dirty="0">
                <a:solidFill>
                  <a:srgbClr val="1F1F1F"/>
                </a:solidFill>
                <a:effectLst/>
                <a:highlight>
                  <a:srgbClr val="FFFF00"/>
                </a:highlight>
                <a:latin typeface="ElsevierGulliver"/>
              </a:rPr>
              <a:t>this approach would not be appropriate if sites differ little in their true abundance levels</a:t>
            </a:r>
            <a:r>
              <a:rPr lang="en-GB" sz="3600" b="0" i="0" dirty="0">
                <a:solidFill>
                  <a:srgbClr val="1F1F1F"/>
                </a:solidFill>
                <a:effectLst/>
                <a:latin typeface="ElsevierGulliver"/>
              </a:rPr>
              <a:t>. We otherwise found that this approach could be used to </a:t>
            </a:r>
            <a:r>
              <a:rPr lang="en-GB" sz="3600" b="0" i="0" dirty="0">
                <a:solidFill>
                  <a:srgbClr val="1F1F1F"/>
                </a:solidFill>
                <a:effectLst/>
                <a:highlight>
                  <a:srgbClr val="FFFF00"/>
                </a:highlight>
                <a:latin typeface="ElsevierGulliver"/>
              </a:rPr>
              <a:t>differentiate sites with relatively high abundance from sites with relatively low abundance </a:t>
            </a:r>
            <a:r>
              <a:rPr lang="en-GB" sz="3600" b="0" i="0" dirty="0">
                <a:solidFill>
                  <a:srgbClr val="1F1F1F"/>
                </a:solidFill>
                <a:effectLst/>
                <a:latin typeface="ElsevierGulliver"/>
              </a:rPr>
              <a:t>even in the face of high levels of individual movement, deaths, or recruitment among visits. Multistate occupancy models also had a good ability to </a:t>
            </a:r>
            <a:r>
              <a:rPr lang="en-GB" sz="3600" b="0" i="0" dirty="0">
                <a:solidFill>
                  <a:srgbClr val="1F1F1F"/>
                </a:solidFill>
                <a:effectLst/>
                <a:highlight>
                  <a:srgbClr val="FFFF00"/>
                </a:highlight>
                <a:latin typeface="ElsevierGulliver"/>
              </a:rPr>
              <a:t>detect a declining trend if the same sites were surveyed each year</a:t>
            </a:r>
            <a:r>
              <a:rPr lang="en-GB" sz="3600" b="0" i="0" dirty="0">
                <a:solidFill>
                  <a:srgbClr val="1F1F1F"/>
                </a:solidFill>
                <a:effectLst/>
                <a:latin typeface="ElsevierGulliver"/>
              </a:rPr>
              <a:t> (i.e., the fixed site design), especially when more sites were surveyed.</a:t>
            </a:r>
            <a:endParaRPr lang="en-BE" sz="3600" dirty="0"/>
          </a:p>
        </p:txBody>
      </p:sp>
    </p:spTree>
    <p:extLst>
      <p:ext uri="{BB962C8B-B14F-4D97-AF65-F5344CB8AC3E}">
        <p14:creationId xmlns:p14="http://schemas.microsoft.com/office/powerpoint/2010/main" val="8112960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descr="A multi‐state occupancy model to non‐invasively monitor visible signs of  wildlife health with camera traps that accounts for image quality - Murray  - 2021 - Journal of Animal Ecology - Wiley Online Library">
            <a:extLst>
              <a:ext uri="{FF2B5EF4-FFF2-40B4-BE49-F238E27FC236}">
                <a16:creationId xmlns:a16="http://schemas.microsoft.com/office/drawing/2014/main" id="{1B2A9936-D5A7-71DE-7FFF-2497768825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39713"/>
            <a:ext cx="12192000" cy="63769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18651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8e024d6-51f2-471b-ac2c-b1117d65062e}" enabled="1" method="Standard" siteId="{1d4fae52-39b3-4bfa-b0b3-022956b11194}" contentBits="0" removed="0"/>
</clbl:labelList>
</file>

<file path=docProps/app.xml><?xml version="1.0" encoding="utf-8"?>
<Properties xmlns="http://schemas.openxmlformats.org/officeDocument/2006/extended-properties" xmlns:vt="http://schemas.openxmlformats.org/officeDocument/2006/docPropsVTypes">
  <TotalTime>49</TotalTime>
  <Words>372</Words>
  <Application>Microsoft Macintosh PowerPoint</Application>
  <PresentationFormat>Widescreen</PresentationFormat>
  <Paragraphs>16</Paragraphs>
  <Slides>12</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Aptos</vt:lpstr>
      <vt:lpstr>Aptos Display</vt:lpstr>
      <vt:lpstr>Arial</vt:lpstr>
      <vt:lpstr>DM Sans 14pt</vt:lpstr>
      <vt:lpstr>DM Serif Display</vt:lpstr>
      <vt:lpstr>ElsevierGulliver</vt:lpstr>
      <vt:lpstr>Helvetica</vt:lpstr>
      <vt:lpstr>Office Theme</vt:lpstr>
      <vt:lpstr>Occupancy modelling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Occupancy modelling</dc:title>
  <dc:creator>Candido Principe De Souza, Silas</dc:creator>
  <cp:lastModifiedBy>Candido Principe De Souza, Silas</cp:lastModifiedBy>
  <cp:revision>1</cp:revision>
  <dcterms:created xsi:type="dcterms:W3CDTF">2025-11-25T10:43:32Z</dcterms:created>
  <dcterms:modified xsi:type="dcterms:W3CDTF">2025-11-25T11:32:34Z</dcterms:modified>
</cp:coreProperties>
</file>